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8" autoAdjust="0"/>
  </p:normalViewPr>
  <p:slideViewPr>
    <p:cSldViewPr>
      <p:cViewPr varScale="1">
        <p:scale>
          <a:sx n="69" d="100"/>
          <a:sy n="69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83141" cy="10289734"/>
          </a:xfrm>
          <a:custGeom>
            <a:avLst/>
            <a:gdLst/>
            <a:ahLst/>
            <a:cxnLst/>
            <a:rect l="l" t="t" r="r" b="b"/>
            <a:pathLst>
              <a:path w="18283141" h="10289734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GCL</dc:title>
  <cp:lastModifiedBy>1e-Biz2025_Tanmay Narnaware</cp:lastModifiedBy>
  <cp:revision>2</cp:revision>
  <dcterms:created xsi:type="dcterms:W3CDTF">2006-08-16T00:00:00Z</dcterms:created>
  <dcterms:modified xsi:type="dcterms:W3CDTF">2026-10-18T10:02:10Z</dcterms:modified>
  <dc:identifier>DAHYWVWdqKY</dc:identifier>
</cp:coreProperties>
</file>